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Prompt Engineering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Session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3 of 12 |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What is Prompt Engineering?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Prompt Structure Fundamentals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Clarity &amp; Specificity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Few-Shot Learning: Examples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Common Pitfalls (8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Real-World Examples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Templates &amp; Patterns (5 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• Lab Exercise: Craft Production-Ready Prompt (12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is Prompt Engineering?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Definition: The discipline of crafting prompts to reliably produce desired outputs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Why it matters: Same model + mediocre prompt = 60%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                  Same model + engineered prompt = 95%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Three Pillars: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1) Structure — How you organize your request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2) Clarity — Removing ambiguity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3) Context — Providing enough information for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Prompt Structure: 4-Part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ROLE/CONTEXT: Tell the model what role to 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'You are a high school biology teacher...'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TASK: What specifically do you want?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'Summarize the top three ways climate change affects oceans'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CONSTRAINTS: What limitations guide the response?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Length, tone, audience, format, restrictions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OUTPUT FORMAT: How should output be structured?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'Format as JSON with fields: name, use, price, best_for'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Clarity &amp; Specificity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Vague: 'Write something nice about AI'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Better: 'Write 1,500-word essay on how ML changes healthcare,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     aimed at healthcare executives. Focus on ROI.'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Replace vague words with specific criteria: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❌ 'nice' → ✅ 'professional, warm, and conversational'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❌ 'long' → ✅ '500-700 words'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❌ 'good quality' → ✅ 'free of errors, uses active voice'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Rule: Use concrete details. Define criteria measurably.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Few-Shot Learning: Power of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Show examples instead of just explaining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Zero-shot: 'Classify this review as positive or negative'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Few-shot: 'Classify as positive/negative. Example: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       Review: "Great!" → Positive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          Review: "Terrible" → Negative'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Why? Examples activate patterns directly.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The model learns: show me what success looks like.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Rule: 2-5 examples usually enough. Use representative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 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Ambiguous language — Replace 'good' with specific criteria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Contradictory constraints — 'Concise AND thorough'?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Overwhelming context — Give needed info, not everything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Too many tasks at once — Break into multiple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Forgotten output format — Always specify exactly how you want 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BONUS: Chain-of-thought — Ask model to think step-by-step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Real-World: Results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E-COMMERCE CUSTOMER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Before: Generic responses → 45% satisfaction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After: Structured prompt with tone/format spec → 82% satisfaction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SOFTWARE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Before: Functional code, missing docs/error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After: Production-ready with docstrings, type hints,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MARKETING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Before: Generic social captions → 1.2%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After: Structured prompt with hooks/CTAs → 4.8%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Pattern: Structure + Specificity + Examples = Better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Reusable Prompt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Templates (5 cover 80% of use cases)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1. Summarization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2. Classification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3. Generation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4. Analysis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5.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Each includes: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• Role specification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• Clear task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• Output format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• Decision rules</a:t>
            </a:r>
          </a:p>
          <a:p>
            <a:pPr>
              <a:spcBef>
                <a:spcPts val="400"/>
              </a:spcBef>
              <a:defRPr sz="1600">
                <a:solidFill>
                  <a:srgbClr val="3F3F3F"/>
                </a:solidFill>
              </a:defRPr>
            </a:pPr>
            <a:r>
              <a:t>• Customizable variables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Lab: Craft Production-Ready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5-Step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BASELINE (5 min) — Evaluate your Session 1 prompt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STRUCTURE (7 min) — Apply 4-part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ENHANCE (7 min) — Replace vague with specific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ADD EXAMPLES (7 min) — Include 2-3 representative examples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TEST &amp; ITERATE (6 min) — Run, evaluate, refine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Deliverables: Baseline → Engineered Prompt → Examples → Test Results → Reflection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91440" bIns="9144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Session 3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1. Prompt engineering is systematic, not magical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2. Use the Structure framework: Role, Task, Constraints,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3. Specificity is your friend—be explicit with criteria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4. Examples activate patterns—few-shot learning is powerful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5. Know the 5 common pitfalls and avoid them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6. Master 5 templates and adapt them for your needs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F3F3F"/>
                </a:solidFill>
              </a:defRPr>
            </a:pPr>
            <a:r>
              <a:t>Master these principles and you can engineer ANY prompt.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348" y="1828800"/>
            <a:ext cx="864730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000" dirty="0"/>
              <a:t>Session 4: Structured Outputs &amp;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Generate output in formats systems can parse (JSON, CSV, XML)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Build reliable AI pipelines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Connect AI outputs to downstream tools</a:t>
            </a:r>
          </a:p>
          <a:p>
            <a:pPr>
              <a:spcBef>
                <a:spcPts val="800"/>
              </a:spcBef>
              <a:defRPr sz="2200">
                <a:solidFill>
                  <a:srgbClr val="F0F0F0"/>
                </a:solidFill>
              </a:defRPr>
            </a:pPr>
            <a:r>
              <a:t>• Verify and validate structured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813</Words>
  <Application>Microsoft Macintosh PowerPoint</Application>
  <PresentationFormat>On-screen Show (4:3)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Wadhwani</cp:lastModifiedBy>
  <cp:revision>2</cp:revision>
  <dcterms:created xsi:type="dcterms:W3CDTF">2013-01-27T09:14:16Z</dcterms:created>
  <dcterms:modified xsi:type="dcterms:W3CDTF">2026-07-08T11:57:55Z</dcterms:modified>
  <cp:category/>
</cp:coreProperties>
</file>