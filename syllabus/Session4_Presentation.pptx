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Structured Outputs &amp;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Connecting AI to Real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4 of 12 |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Why Structured Outputs?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JSON: The Language of Data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Other Formats: CSV &amp; XML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Prompting for Structured Output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Validation &amp; Error Handling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Real-World: AI Agents &amp; Products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Building AI Pipelines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Lab: Build Your Resume Pipeline (12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Structured Outputs?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Problem: Unstructured text can't feed into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Solution: Structured data (JSON, CSV) systems can parse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Real examples: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LinkedIn: Extract resume data → populate profile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GitHub Copilot: Generate code → IDE parses it → syntax highlight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Customer Service: Extract ticket data → auto-route to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Business impact: What took humans minutes now takes milliseconds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JSON: Key-Value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Simple: {"name": "John", "experience_years": 5}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Objects: Enclosed in {} with key-value pairs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Arrays: Lists in []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Nesting: Objects inside objects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Data types: Strings, numbers, booleans, null, arrays, objects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Why JSON: Standard for APIs, easy to parse, machine-readable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Industry: Every modern system speaks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JSON Example: Resume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{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"name": "Priya Sharma",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"experience_years": 2,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"skills": ["Python", "SQL", "AWS"],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"experience": [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  {"company": "TechCorp", "position": "Data Analyst"}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Now: Systems can immediately extract name, count skills, query companies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Format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JSON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Modern, concise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Web standard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Flexible nesting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✓ 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CSV &amp; XML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CSV: Simple, tabular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Works in spreadsheets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XML: Complex, hierarchical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Enterprise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Prompting for Structured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Specify schema explicitly: Field names, data types,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Template: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"Output JSON with schema: {field_1: type, field_2: type, ...}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Constraints: Format dates as YYYY-MM-DD, round numbers to integers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Output ONLY valid JSON, no explanation"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Why exactness matters: Systems parse it. Wrong structure = breaks.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Validation &amp;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Malformed JSON: Syntax broken → parsing fails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Schema mismatch: Valid JSON but wrong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Missing fields: Required fields absent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Wrong data types: Expected number, got string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Strategies: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Try-catch: Retry if parse fails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Schema validation: Check every field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Iterative refinement: Tell model what's wrong, regenerate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Real-World: GitHub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Generates code (structured strings)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System validates: Is it valid Python/JavaScript?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If valid → syntax highlight &amp; insert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If invalid → error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Result: 40% faster coding, fewer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Similar pattern: ChatGPT Code Interpreter, LinkedIn Parser, Zapier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Real-World: LinkedIn &amp; Zapier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LinkedIn Resume Parser: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Upload PDF → Extract JSON → Validate → Insert to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Zapier/Make (Automation):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User describes workflow → AI generates workflow JSON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Validate JSON → Execute workflow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Pattern: Generate structured → Validate → Process → Real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Building AI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Input → AI Generate → Validate → Transform →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Each step handles errors independently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Pipeline scales: thousands to millions per second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Real example (LinkedIn):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Upload → Convert PDF to text → Extract JSON → Validate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Enrich with external data → Insert DB → Profile auto-populated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Lab: Build Your Resume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1: Modify Session 3 prompt for JSON output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2: Generate JSON resume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3: Validate the JSON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4: If invalid, iterate on prompt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5: Extract fields (name, skills, experience)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Step 6: Demonstrate pipeline 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Session 4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Structured output connects AI to real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2. JSON is the modern standard—learn 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Schema is your blueprint—be explicit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4. Validation is essential—plan for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5. Pipelines scale what 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6. Real products work exactly this way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Session 5: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Ground AI output in real documents (no hallucinations)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Build retrieval systems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Cite sources so AI is verifiable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Connect to Sessions 3-4: structured output + grounded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